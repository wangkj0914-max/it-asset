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IT资产管理系统建设项目汇报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从Excel表格到 AI驱动的智能化管理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汇报人：Tim Wang  |  日期：2026年7月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为什么要做这个项目？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核心矛盾：资产越来越多，Excel 越来越不够用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公司IT资产数量持续增长：电脑、服务器、网络设备、软件许可等，Excel管理方式已不堪重负。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资产盘点周期长、数据不一致、状态不透明、责任不清晰。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</a:rPr>
              <a:t>无法追溯资产变更历史，无法实时掌握资产分布和利用效率。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solidFill>
            <a:srgbClr val="F0FD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01752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08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31089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建立“采购 - 使用 - 维护 - 处置”全生命周期的数字化管理体系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87452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IT资产规模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4297680"/>
            <a:ext cx="187452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07208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807208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4297680"/>
            <a:ext cx="187452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956048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95160" y="4297680"/>
            <a:ext cx="187452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04888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04888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当前管理方式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改善前 — Excel的四大痛点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版本混乱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多版本并存，同一资产多人编辑，无法确认哪个是最新数据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97280"/>
            <a:ext cx="20116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417320"/>
            <a:ext cx="64008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974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数据孤岛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26974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各部门表格各自为政，信息割裂，跨部门核对全靠邮件汇总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2011680" cy="5486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417320"/>
            <a:ext cx="640080" cy="6400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8A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盘点低效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26974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人工核对耗时数周，账实不符成常态，年终审计压力大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1228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097280"/>
            <a:ext cx="20116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Shape 22"/>
          <p:cNvSpPr/>
          <p:nvPr/>
        </p:nvSpPr>
        <p:spPr>
          <a:xfrm>
            <a:off x="6995160" y="1417320"/>
            <a:ext cx="64008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9516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缺乏追溯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269748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资产领用、调拨、维修等变动无系统记录，责任追踪困难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274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影响： 资产管理严重依赖个人经验，数据质量参差不齐，无法支撑公司规模化发展需求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改善后 — 系统核心功能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一物一码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每件资产生成唯一二维码/标签，手机扫码即可查看完整信息，结合标签打印机实现即打即贴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73152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3480" y="1325880"/>
            <a:ext cx="4114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全生命周期管理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83480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采购→入库→领用→调拨→维修→报废，全流程线上闭环，状态实时同步，不再遗漏任何环节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17520"/>
            <a:ext cx="73152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智能移动盘点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手机扫码采集，数据实时同步云端，分钟级完成资产盘点，差异报告自动生成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17520"/>
            <a:ext cx="73152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3246120"/>
            <a:ext cx="4114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数据驾驶舱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983480" y="37947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多维度可视化报表：折旧概览、部门汇总、领用统计、耗材对比，资产分布与使用效率一目了然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改善前后核心对比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改善前（Excel）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改善后（AI系统）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数据录入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手工录入，易错漏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扫码自动采集，准确高效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数据一致性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多版本混乱，无法确认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云端统一，实时同步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盘点效率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耗时数周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分钟级完成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资产追溯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变动无记录，责任不清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全流程留痕，操作可查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报表统计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手工汇总，按天计算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自动生成，分钟级响应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决策支持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凭经验判断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数据驾驶舱可视化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0FD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52628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54456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核心价值：从“人治”走向“数治” — 盘得准、管得住、算得清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8288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迭代版本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P0 - P3 持续优化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18288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380+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资产上线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苏州 + Penang 双站点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8288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覆盖全生命周期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188720"/>
            <a:ext cx="18288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2.1万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行代码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SpringBoot + Vue3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85292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资产管理从“人治”走向“数治” — 盘得准、管得住、算得清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未来规划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005072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931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AI智能预警：低库存自动提醒、EOL到期预警、异常操作检测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325112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系统深度集成：与财务/OA系统对接，打通企业数字化最后一公里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645152"/>
            <a:ext cx="16459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移动端APP：支持手机审批、移动盘点、消息推送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IT资产管理系统建设项目汇报</dc:title>
  <dc:subject>PptxGenJS Presentation</dc:subject>
  <dc:creator>Tim Wang</dc:creator>
  <cp:lastModifiedBy>Tim Wang</cp:lastModifiedBy>
  <cp:revision>1</cp:revision>
  <dcterms:created xsi:type="dcterms:W3CDTF">2026-07-28T06:58:04Z</dcterms:created>
  <dcterms:modified xsi:type="dcterms:W3CDTF">2026-07-28T06:58:04Z</dcterms:modified>
</cp:coreProperties>
</file>